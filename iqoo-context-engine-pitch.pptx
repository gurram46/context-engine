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 Engine is a local repository intelligence layer for AI coding agents. Index the repo once, and let every coding agent continue with the right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new agent session starts from zero: it re-explores the repo, burns context, loses what the last agent learned, and risks trusting stale code. No invented stats — this is the daily pain.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every agent indexing the world, Context Engine indexes once — structural, lexical, semantic — packs compact evidence, and serves it over an agent-neutral MCP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differentiator is continuity: Proof records exactly what Agent A saw. Delta checks if it is still valid — unchanged, changed, removed, or unverifiable rather than guessed. Handoff gives Agent B the delta plus fresh context and a new proof. No chat replay needed. Proof and Delta are already built — Handoff is what we complete at iQOO.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in 30 seconds: Agent A asks about retry policy and gets Proof A. An unrelated edit leaves retry evidence UNCHANGED — Agent B continues with fresh context and Proof B. Then a real edit to retry.rs shows CHANGED with fresh implementation context for Agent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infrastructure, not another agent: less rediscovery through one shared index, safer continuity through verified evidence, and agent independence — switch agents without moving chats. Local-first, deterministic Proof-to-Delta-to-Handoff, one shared daemon, conservative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 and Delta already work. At iQOO we turn those foundations into the cross-agent handoff workflow and measure it in a controlled A/B demo: task completion, repo exploration, tool calls, context usage. The result we want: Agent B solves the task without rediscovering the repository. Pre-existing work is disclosed on the slide. One codebase, many agents, continuous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iQOO HACKATHON 2026  ·  DEVELOPER TOOLS  ·  HYDERABAD  ·  TEAM MULANOUS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>
                <a:solidFill>
                  <a:srgbClr val="F4F6F8"/>
                </a:solidFill>
                <a:latin typeface="Calibri"/>
              </a:rPr>
              <a:t>Context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F4F6F8"/>
                </a:solidFill>
                <a:latin typeface="Calibri"/>
              </a:rPr>
              <a:t>Index once. Let every coding agent continue with the right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9CA3AF"/>
                </a:solidFill>
                <a:latin typeface="Calibri"/>
              </a:rPr>
              <a:t>Local, agent-agnostic repository intelligence for AI coding agents.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429000"/>
            <a:ext cx="2103120" cy="566928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4F6F8"/>
                </a:solidFill>
                <a:latin typeface="Calibri"/>
              </a:rPr>
              <a:t>Codex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3712463"/>
            <a:ext cx="1280160" cy="768097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2960" y="4142232"/>
            <a:ext cx="2103120" cy="566928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4F6F8"/>
                </a:solidFill>
                <a:latin typeface="Calibri"/>
              </a:rPr>
              <a:t>Claude Code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4425696"/>
            <a:ext cx="1280160" cy="54864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" y="4855464"/>
            <a:ext cx="2103120" cy="566928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4F6F8"/>
                </a:solidFill>
                <a:latin typeface="Calibri"/>
              </a:rPr>
              <a:t>OpenCode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926080" y="4480560"/>
            <a:ext cx="1280160" cy="658368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5568696"/>
            <a:ext cx="2103120" cy="566928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4F6F8"/>
                </a:solidFill>
                <a:latin typeface="Calibri"/>
              </a:rPr>
              <a:t>Agent X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926080" y="4480560"/>
            <a:ext cx="1280160" cy="1371599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06240" y="3794760"/>
            <a:ext cx="3108960" cy="1371600"/>
          </a:xfrm>
          <a:prstGeom prst="roundRect">
            <a:avLst/>
          </a:prstGeom>
          <a:solidFill>
            <a:srgbClr val="0E3A44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4F6F8"/>
                </a:solidFill>
                <a:latin typeface="Calibri"/>
              </a:rPr>
              <a:t>CONTEXT ENGINE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4F6F8"/>
                </a:solidFill>
                <a:latin typeface="Calibri"/>
              </a:rPr>
              <a:t>shared local index + proofs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3794760"/>
            <a:ext cx="2651760" cy="1371600"/>
          </a:xfrm>
          <a:prstGeom prst="roundRect">
            <a:avLst/>
          </a:prstGeom>
          <a:solidFill>
            <a:srgbClr val="151A24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4F6F8"/>
                </a:solidFill>
                <a:latin typeface="Calibri"/>
              </a:rPr>
              <a:t>REPOSITORY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code + index + history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0" y="4480560"/>
            <a:ext cx="1280160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9CA3AF"/>
                </a:solidFill>
                <a:latin typeface="Calibri"/>
              </a:rPr>
              <a:t>Several agents.  One intelligence layer.  One codebase.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Context Engine  ·  Team Mulanous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iQOO Hackathon 2026  ·  Developer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4F6F8"/>
                </a:solidFill>
                <a:latin typeface="Calibri"/>
              </a:rPr>
              <a:t>Every new coding agent starts from zero.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82296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5212080" cy="237744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AGENT A  —  learns the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F4F6F8"/>
                </a:solidFill>
                <a:latin typeface="Calibri"/>
              </a:rPr>
              <a:t>search  →  inspect  →  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symbols · dependencies · tests ·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SESSION ENDS  —  knowledge stays in chat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57400"/>
            <a:ext cx="5120640" cy="237744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AGENT B  —  repeats the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F4F6F8"/>
                </a:solidFill>
                <a:latin typeface="Calibri"/>
              </a:rPr>
              <a:t>search again  →  inspect again  →  rediscover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same files · same symbols · same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87171"/>
                </a:solidFill>
                <a:latin typeface="Calibri"/>
              </a:rPr>
              <a:t>REPO MAY HAVE CHANGED  —  old assumptions go stale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52160" y="3246120"/>
            <a:ext cx="548640" cy="0"/>
          </a:xfrm>
          <a:prstGeom prst="line">
            <a:avLst/>
          </a:prstGeom>
          <a:ln w="254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4709160"/>
            <a:ext cx="3383280" cy="137160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Wasted context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9CA3AF"/>
                </a:solidFill>
                <a:latin typeface="Calibri"/>
              </a:rPr>
              <a:t>Repeated exploration burns context window + tokens.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709160"/>
            <a:ext cx="3383280" cy="137160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Lost continuity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9CA3AF"/>
                </a:solidFill>
                <a:latin typeface="Calibri"/>
              </a:rPr>
              <a:t>Agent A's learning never transfers safely to Agent 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709160"/>
            <a:ext cx="3383280" cy="137160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Stale evidence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9CA3AF"/>
                </a:solidFill>
                <a:latin typeface="Calibri"/>
              </a:rPr>
              <a:t>Copied context silently rots as the repo changes.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Context Engine  ·  Team Mulanous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iQOO Hackathon 2026  ·  Developer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4F6F8"/>
                </a:solidFill>
                <a:latin typeface="Calibri"/>
              </a:rPr>
              <a:t>One repository intelligence layer. Any coding agent.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82296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737360" cy="530352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Codex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2414016"/>
            <a:ext cx="914400" cy="1152144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807208"/>
            <a:ext cx="1737360" cy="530352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Claude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3072384"/>
            <a:ext cx="914400" cy="493776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3465576"/>
            <a:ext cx="1737360" cy="530352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OpenCode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377440" y="3566160"/>
            <a:ext cx="914400" cy="164592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4123944"/>
            <a:ext cx="1737360" cy="530352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Agent X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377440" y="3566160"/>
            <a:ext cx="914400" cy="822960"/>
          </a:xfrm>
          <a:prstGeom prst="line">
            <a:avLst/>
          </a:prstGeom>
          <a:ln w="254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91840" y="2743200"/>
            <a:ext cx="3017520" cy="1645920"/>
          </a:xfrm>
          <a:prstGeom prst="roundRect">
            <a:avLst/>
          </a:prstGeom>
          <a:solidFill>
            <a:srgbClr val="0E3A44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4F6F8"/>
                </a:solidFill>
                <a:latin typeface="Calibri"/>
              </a:rPr>
              <a:t>CONTEXT ENGINE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4F6F8"/>
                </a:solidFill>
                <a:latin typeface="Calibri"/>
              </a:rPr>
              <a:t>index once · serve many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743200"/>
            <a:ext cx="3108960" cy="1645920"/>
          </a:xfrm>
          <a:prstGeom prst="roundRect">
            <a:avLst/>
          </a:prstGeom>
          <a:solidFill>
            <a:srgbClr val="151A24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4F6F8"/>
                </a:solidFill>
                <a:latin typeface="Calibri"/>
              </a:rPr>
              <a:t>REPOSITORY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indexed · verified state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09360" y="3566160"/>
            <a:ext cx="1188719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4800600"/>
            <a:ext cx="2048256" cy="91440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2D3EE"/>
                </a:solidFill>
                <a:latin typeface="Calibri"/>
              </a:rPr>
              <a:t>STRUCTURAL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CA3AF"/>
                </a:solidFill>
                <a:latin typeface="Calibri"/>
              </a:rPr>
              <a:t>tree-sitter · symbols · deps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71215" y="4800600"/>
            <a:ext cx="2048256" cy="91440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2D3EE"/>
                </a:solidFill>
                <a:latin typeface="Calibri"/>
              </a:rPr>
              <a:t>LEXICAL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CA3AF"/>
                </a:solidFill>
                <a:latin typeface="Calibri"/>
              </a:rPr>
              <a:t>BM25 · exact retrieval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4800600"/>
            <a:ext cx="2048256" cy="91440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2D3EE"/>
                </a:solidFill>
                <a:latin typeface="Calibri"/>
              </a:rPr>
              <a:t>SEMANTIC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CA3AF"/>
                </a:solidFill>
                <a:latin typeface="Calibri"/>
              </a:rPr>
              <a:t>embedding retrieval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33488" y="4800600"/>
            <a:ext cx="2048256" cy="91440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2D3EE"/>
                </a:solidFill>
                <a:latin typeface="Calibri"/>
              </a:rPr>
              <a:t>PACKING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CA3AF"/>
                </a:solidFill>
                <a:latin typeface="Calibri"/>
              </a:rPr>
              <a:t>compact evidence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64624" y="4800600"/>
            <a:ext cx="2048256" cy="91440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2D3EE"/>
                </a:solidFill>
                <a:latin typeface="Calibri"/>
              </a:rPr>
              <a:t>MCP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CA3AF"/>
                </a:solidFill>
                <a:latin typeface="Calibri"/>
              </a:rPr>
              <a:t>agent-neutral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F4F6F8"/>
                </a:solidFill>
                <a:latin typeface="Calibri"/>
              </a:rPr>
              <a:t>Context Engine indexes the repository once and serves focused, evidence-backed context to compatible agents.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Context Engine  ·  Team Mulanous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iQOO Hackathon 2026  ·  Developer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CORE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4F6F8"/>
                </a:solidFill>
                <a:latin typeface="Calibri"/>
              </a:rPr>
              <a:t>Search is only step one. Continuity is the real problem.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82296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383280" cy="1737360"/>
          </a:xfrm>
          <a:prstGeom prst="roundRect">
            <a:avLst/>
          </a:prstGeom>
          <a:solidFill>
            <a:srgbClr val="0E3A44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4D399"/>
                </a:solidFill>
                <a:latin typeface="Calibri"/>
              </a:rPr>
              <a:t>1 · CONTEXT PROOF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4F6F8"/>
                </a:solidFill>
                <a:latin typeface="Calibri"/>
              </a:rPr>
              <a:t>"What exactly did Agent A see?"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Hashes of delivered evidence + indexed repo state.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4D399"/>
                </a:solidFill>
                <a:latin typeface="Calibri"/>
              </a:rPr>
              <a:t>✓  BUILT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57400"/>
            <a:ext cx="3383280" cy="173736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34D399"/>
                </a:solidFill>
                <a:latin typeface="Calibri"/>
              </a:rPr>
              <a:t>2 · CONTEXT DELTA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4F6F8"/>
                </a:solidFill>
                <a:latin typeface="Calibri"/>
              </a:rPr>
              <a:t>"Is that evidence still valid?"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UNCHANGED · CHANGED · REMOVED · UNVERIFIABLE.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4D399"/>
                </a:solidFill>
                <a:latin typeface="Calibri"/>
              </a:rPr>
              <a:t>✓ 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057400"/>
            <a:ext cx="3383280" cy="1737360"/>
          </a:xfrm>
          <a:prstGeom prst="roundRect">
            <a:avLst/>
          </a:prstGeom>
          <a:solidFill>
            <a:srgbClr val="0E3A44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BBF24"/>
                </a:solidFill>
                <a:latin typeface="Calibri"/>
              </a:rPr>
              <a:t>3 · CROSS-AGENT HANDOFF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4F6F8"/>
                </a:solidFill>
                <a:latin typeface="Calibri"/>
              </a:rPr>
              <a:t>"What should Agent B use now?"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Delta + fresh ctx + new proof. Tiny reference.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BBF24"/>
                </a:solidFill>
                <a:latin typeface="Calibri"/>
              </a:rPr>
              <a:t>◆  HACKATHON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0"/>
            <a:ext cx="1170432" cy="566928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9CA3AF"/>
                </a:solidFill>
                <a:latin typeface="Calibri"/>
              </a:rPr>
              <a:t>Agent 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10512" y="4398264"/>
            <a:ext cx="201168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11680" y="4114800"/>
            <a:ext cx="1170432" cy="566928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9CA3AF"/>
                </a:solidFill>
                <a:latin typeface="Calibri"/>
              </a:rPr>
              <a:t>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82112" y="4398264"/>
            <a:ext cx="201168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80" y="4114800"/>
            <a:ext cx="1170432" cy="566928"/>
          </a:xfrm>
          <a:prstGeom prst="roundRect">
            <a:avLst/>
          </a:prstGeom>
          <a:solidFill>
            <a:srgbClr val="0E3A44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4F6F8"/>
                </a:solidFill>
                <a:latin typeface="Calibri"/>
              </a:rPr>
              <a:t>PROOF 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53712" y="4398264"/>
            <a:ext cx="201168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54880" y="4114800"/>
            <a:ext cx="1170432" cy="566928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9CA3AF"/>
                </a:solidFill>
                <a:latin typeface="Calibri"/>
              </a:rPr>
              <a:t>repo changes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25312" y="4398264"/>
            <a:ext cx="201168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26480" y="4114800"/>
            <a:ext cx="1170432" cy="566928"/>
          </a:xfrm>
          <a:prstGeom prst="roundRect">
            <a:avLst/>
          </a:prstGeom>
          <a:solidFill>
            <a:srgbClr val="0E3A44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4F6F8"/>
                </a:solidFill>
                <a:latin typeface="Calibri"/>
              </a:rPr>
              <a:t>DELTA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96912" y="4398264"/>
            <a:ext cx="201168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79" y="4114800"/>
            <a:ext cx="1170432" cy="566928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9CA3AF"/>
                </a:solidFill>
                <a:latin typeface="Calibri"/>
              </a:rPr>
              <a:t>Agent 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68511" y="4398264"/>
            <a:ext cx="201169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869680" y="4114800"/>
            <a:ext cx="1170432" cy="566928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9CA3AF"/>
                </a:solidFill>
                <a:latin typeface="Calibri"/>
              </a:rPr>
              <a:t>fresh ctx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40111" y="4398264"/>
            <a:ext cx="201169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41280" y="4114800"/>
            <a:ext cx="1170432" cy="566928"/>
          </a:xfrm>
          <a:prstGeom prst="roundRect">
            <a:avLst/>
          </a:prstGeom>
          <a:solidFill>
            <a:srgbClr val="0E3A44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4F6F8"/>
                </a:solidFill>
                <a:latin typeface="Calibri"/>
              </a:rPr>
              <a:t>PROOF 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83480"/>
            <a:ext cx="5577840" cy="1143000"/>
          </a:xfrm>
          <a:prstGeom prst="roundRect">
            <a:avLst/>
          </a:prstGeom>
          <a:solidFill>
            <a:srgbClr val="151A24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4F6F8"/>
                </a:solidFill>
                <a:latin typeface="Calibri"/>
              </a:rPr>
              <a:t>No chat-history replay required.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983480"/>
            <a:ext cx="5120640" cy="1143000"/>
          </a:xfrm>
          <a:prstGeom prst="roundRect">
            <a:avLst/>
          </a:prstGeom>
          <a:solidFill>
            <a:srgbClr val="151A24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9CA3AF"/>
                </a:solidFill>
                <a:latin typeface="Calibri"/>
              </a:rPr>
              <a:t>Handoff reference is tiny; intelligence stays local.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Context Engine  ·  Team Mulanous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iQOO Hackathon 2026  ·  Developer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4F6F8"/>
                </a:solidFill>
                <a:latin typeface="Calibri"/>
              </a:rPr>
              <a:t>What the demo looks like  —  retry.rs · unrelated.rs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82296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606040" cy="2103120"/>
          </a:xfrm>
          <a:prstGeom prst="roundRect">
            <a:avLst/>
          </a:prstGeom>
          <a:solidFill>
            <a:srgbClr val="0E3A44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2D3EE"/>
                </a:solidFill>
                <a:latin typeface="Calibri"/>
              </a:rPr>
              <a:t>STEP 1 · Agent A asks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4F6F8"/>
                </a:solidFill>
                <a:latin typeface="Calibri"/>
              </a:rPr>
              <a:t>"Where is retry policy enforced?"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Returns evidence + Proof 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46120" y="3108960"/>
            <a:ext cx="137160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83280" y="2057400"/>
            <a:ext cx="2606040" cy="210312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9CA3AF"/>
                </a:solidFill>
                <a:latin typeface="Calibri"/>
              </a:rPr>
              <a:t>STEP 2 · Dev edits unrelated.rs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4F6F8"/>
                </a:solidFill>
                <a:latin typeface="Calibri"/>
              </a:rPr>
              <a:t>Repository changes elsewhere.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Retry evidence unaffected.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89320" y="3108960"/>
            <a:ext cx="137160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26480" y="2057400"/>
            <a:ext cx="2606040" cy="210312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2D3EE"/>
                </a:solidFill>
                <a:latin typeface="Calibri"/>
              </a:rPr>
              <a:t>STEP 3 · Agent B starts fresh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4F6F8"/>
                </a:solidFill>
                <a:latin typeface="Calibri"/>
              </a:rPr>
              <a:t>Only gets: query + Proof 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No chat history transferred.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32520" y="3108960"/>
            <a:ext cx="137160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869680" y="2057400"/>
            <a:ext cx="2606040" cy="2103120"/>
          </a:xfrm>
          <a:prstGeom prst="roundRect">
            <a:avLst/>
          </a:prstGeom>
          <a:solidFill>
            <a:srgbClr val="0E3A44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STEP 4 · Engine answers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4F6F8"/>
                </a:solidFill>
                <a:latin typeface="Calibri"/>
              </a:rPr>
              <a:t>UNCHANGED → fresh ctx → Proof B.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Continuity without replay.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881360" cy="1691640"/>
          </a:xfrm>
          <a:prstGeom prst="roundRect">
            <a:avLst/>
          </a:prstGeom>
          <a:solidFill>
            <a:srgbClr val="151A24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F4F6F8"/>
                </a:solidFill>
                <a:latin typeface="Calibri"/>
              </a:rPr>
              <a:t>THEN: dev modifies retry.rs  →  Agent C continues from Proof B  →  Delta reports CHANGED  →  fresh implementation context returned.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CA3AF"/>
                </a:solidFill>
                <a:latin typeface="Calibri"/>
              </a:rPr>
              <a:t>Same workflow proves both paths: untouched evidence stays valid, edited evidence is caught.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Context Engine  ·  Team Mulanous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iQOO Hackathon 2026  ·  Developer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4F6F8"/>
                </a:solidFill>
                <a:latin typeface="Calibri"/>
              </a:rPr>
              <a:t>Why this matters when developers use multiple AI agents.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82296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3383280" cy="160020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LESS REDISCOVERY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4F6F8"/>
                </a:solidFill>
                <a:latin typeface="Calibri"/>
              </a:rPr>
              <a:t>One shared repository intelligence layer instead of repeated exploration.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148840"/>
            <a:ext cx="3383280" cy="1600200"/>
          </a:xfrm>
          <a:prstGeom prst="roundRect">
            <a:avLst/>
          </a:prstGeom>
          <a:solidFill>
            <a:srgbClr val="0E3A44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SAFER CONTINUITY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4F6F8"/>
                </a:solidFill>
                <a:latin typeface="Calibri"/>
              </a:rPr>
              <a:t>Old evidence is checked before reuse — never trusted blindly.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148840"/>
            <a:ext cx="3383280" cy="160020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AGENT INDEPENDENCE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>
                <a:solidFill>
                  <a:srgbClr val="F4F6F8"/>
                </a:solidFill>
                <a:latin typeface="Calibri"/>
              </a:rPr>
              <a:t>Switch agents without transferring entire chats.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60520"/>
            <a:ext cx="2606040" cy="105156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Local-first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CA3AF"/>
                </a:solidFill>
                <a:latin typeface="Calibri"/>
              </a:rPr>
              <a:t>intelligence stays on machine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160520"/>
            <a:ext cx="2606040" cy="105156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Deterministic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CA3AF"/>
                </a:solidFill>
                <a:latin typeface="Calibri"/>
              </a:rPr>
              <a:t>Proof → Delta → Handoff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160520"/>
            <a:ext cx="2606040" cy="105156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Shared runtime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CA3AF"/>
                </a:solidFill>
                <a:latin typeface="Calibri"/>
              </a:rPr>
              <a:t>one resource-managed daemon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160520"/>
            <a:ext cx="2606040" cy="105156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Conservative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CA3AF"/>
                </a:solidFill>
                <a:latin typeface="Calibri"/>
              </a:rPr>
              <a:t>UNVERIFIABLE &gt; guessing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CA3AF"/>
                </a:solidFill>
                <a:latin typeface="Calibri"/>
              </a:rPr>
              <a:t>Search finds code. Context Engine makes repo context survive safely across agent sessions.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Context Engine  ·  Team Mulanous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iQOO Hackathon 2026  ·  Developer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HACKATHON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4F6F8"/>
                </a:solidFill>
                <a:latin typeface="Calibri"/>
              </a:rPr>
              <a:t>What we will deliver at iQOO 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82296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383280" cy="274320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ALREADY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4F6F8"/>
                </a:solidFill>
                <a:latin typeface="Calibri"/>
              </a:rPr>
              <a:t>✓  structural repo indexing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9008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4F6F8"/>
                </a:solidFill>
                <a:latin typeface="Calibri"/>
              </a:rPr>
              <a:t>✓  hybrid retrieval (exact/BM25/sem)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7413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4F6F8"/>
                </a:solidFill>
                <a:latin typeface="Calibri"/>
              </a:rPr>
              <a:t>✓  shared daemon + MCP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5818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4F6F8"/>
                </a:solidFill>
                <a:latin typeface="Calibri"/>
              </a:rPr>
              <a:t>✓  Context Proof (merged)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4223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4F6F8"/>
                </a:solidFill>
                <a:latin typeface="Calibri"/>
              </a:rPr>
              <a:t>✓  Context Delta (merged)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057400"/>
            <a:ext cx="3749039" cy="2743200"/>
          </a:xfrm>
          <a:prstGeom prst="roundRect">
            <a:avLst/>
          </a:prstGeom>
          <a:solidFill>
            <a:srgbClr val="0E3A44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HACKATHON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4F6F8"/>
                </a:solidFill>
                <a:latin typeface="Calibri"/>
              </a:rPr>
              <a:t>→  Cross-Agent Handoff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535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4F6F8"/>
                </a:solidFill>
                <a:latin typeface="Calibri"/>
              </a:rPr>
              <a:t>→  independent Agent A → B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0098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4F6F8"/>
                </a:solidFill>
                <a:latin typeface="Calibri"/>
              </a:rPr>
              <a:t>→  live MCP demo + dev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4845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4F6F8"/>
                </a:solidFill>
                <a:latin typeface="Calibri"/>
              </a:rPr>
              <a:t>→  controlled A/B evaluation: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9959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task completion · repo exploration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3251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tool calls · context usage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057400"/>
            <a:ext cx="3200400" cy="2743200"/>
          </a:xfrm>
          <a:prstGeom prst="roundRect">
            <a:avLst/>
          </a:prstGeom>
          <a:solidFill>
            <a:srgbClr val="151A24"/>
          </a:solidFill>
          <a:ln w="12700">
            <a:solidFill>
              <a:srgbClr val="262E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4F6F8"/>
                </a:solidFill>
                <a:latin typeface="Calibri"/>
              </a:rPr>
              <a:t>TEAM MULANOUS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Sandeep Gurram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CA3AF"/>
                </a:solidFill>
                <a:latin typeface="Calibri"/>
              </a:rPr>
              <a:t>mobile/web systems · backend architecture · Rust/Go/TS · GCP/Postgres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CA3AF"/>
                </a:solidFill>
                <a:latin typeface="Calibri"/>
              </a:rPr>
              <a:t>retrieval infra · AI-agent workflows · Google hackathon participant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37760"/>
            <a:ext cx="10881360" cy="914400"/>
          </a:xfrm>
          <a:prstGeom prst="roundRect">
            <a:avLst/>
          </a:prstGeom>
          <a:solidFill>
            <a:srgbClr val="11141C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HACKATHON SCOPE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4F6F8"/>
                </a:solidFill>
                <a:latin typeface="Calibri"/>
              </a:rPr>
              <a:t>Pre-existing:  indexing · hybrid retrieval · shared daemon · Context Proof · Context Delta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4F6F8"/>
                </a:solidFill>
                <a:latin typeface="Calibri"/>
              </a:rPr>
              <a:t>Built at iQOO:  Cross-Agent Handoff · demo integration · A/B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4F6F8"/>
                </a:solidFill>
                <a:latin typeface="Calibri"/>
              </a:rPr>
              <a:t>One codebase. Many agents. Continuous context.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Context Engine  ·  Team Mulanous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iQOO Hackathon 2026  ·  Developer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